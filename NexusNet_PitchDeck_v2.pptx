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</a:rPr>
              <a:t>BITTENSOR SUBNET — ROUND 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NexusNet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The Intelligence Stress-Test Subnet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6858000" cy="7315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090672"/>
            <a:ext cx="6583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DF5"/>
                </a:solidFill>
              </a:rPr>
              <a:t>"NexusNet is to AI agents what stress-testing is to banks."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977640"/>
            <a:ext cx="256032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Chaos Conditions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977640"/>
            <a:ext cx="256032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∞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Unique Tasks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977640"/>
            <a:ext cx="256032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076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Ways to Fake 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bittensor.nexusnet ·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01 ·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Automation Breaks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the Edges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09928"/>
            <a:ext cx="79552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The internet has benchmarks for CPUs, GPUs, and models. It has none for AI agents under real-world uncertainty.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697480" cy="2011680"/>
          </a:xfrm>
          <a:prstGeom prst="rect">
            <a:avLst/>
          </a:prstGeom>
          <a:solidFill>
            <a:srgbClr val="1A2235"/>
          </a:solidFill>
          <a:ln w="1270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2697480" cy="64008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06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6A"/>
                </a:solidFill>
              </a:rPr>
              <a:t>$1.8T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Lost Annually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Businesses lose $1.8 trillion per year fixing broken automations. Every API rename breaks a flow.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468880"/>
            <a:ext cx="2697480" cy="2011680"/>
          </a:xfrm>
          <a:prstGeom prst="rect">
            <a:avLst/>
          </a:prstGeom>
          <a:solidFill>
            <a:srgbClr val="1A22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468880"/>
            <a:ext cx="269748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606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</a:rPr>
              <a:t>⚙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Brittle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32841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Zapier, Make.com, UiPath follow fixed rules — zero ability to reason through unexpected conditions.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697480" cy="2011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468880"/>
            <a:ext cx="269748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606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30175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Proof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328416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The $13B RPA market has no open, adversarial, cryptographically verified benchmark. Agents claim intelligence. Nobody can prove it.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99AA"/>
                </a:solidFill>
              </a:rPr>
              <a:t>BUILT FOR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17320" y="4544568"/>
            <a:ext cx="1920240" cy="292608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544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Agent Developers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0712" y="454456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66744" y="4544568"/>
            <a:ext cx="1920240" cy="292608"/>
          </a:xfrm>
          <a:prstGeom prst="rect">
            <a:avLst/>
          </a:prstGeom>
          <a:solidFill>
            <a:srgbClr val="1A223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4544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</a:rPr>
              <a:t>SaaS &amp; Automation Teams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0136" y="454456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16168" y="4544568"/>
            <a:ext cx="1920240" cy="292608"/>
          </a:xfrm>
          <a:prstGeom prst="rect">
            <a:avLst/>
          </a:prstGeom>
          <a:solidFill>
            <a:srgbClr val="1A223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16168" y="4544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Enterprise 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02 · WHY CURRENT SOLUTIONS FAIL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Existing Approach Has a Fatal Gap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8404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417320"/>
            <a:ext cx="192024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2532888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Reasoning?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92024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Novel Tasks?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192024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Verifiable?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20116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01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Zapier / Make.com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1801368"/>
            <a:ext cx="19202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 reasoning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1801368"/>
            <a:ext cx="19202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Breaks on change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801368"/>
            <a:ext cx="19202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801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 proof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276856"/>
            <a:ext cx="201168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2768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AutoGPT / AgentGPT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2276856"/>
            <a:ext cx="192024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276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 verification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2276856"/>
            <a:ext cx="192024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2276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 incentive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2276856"/>
            <a:ext cx="192024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276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 benchmark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752344"/>
            <a:ext cx="20116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7523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LangChain Agents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68880" y="2752344"/>
            <a:ext cx="19202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7523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Not a benchmark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2752344"/>
            <a:ext cx="19202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7523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Static tasks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752344"/>
            <a:ext cx="192024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27523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 on-chain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227832"/>
            <a:ext cx="201168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27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SWE-bench / GAIA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68880" y="3227832"/>
            <a:ext cx="192024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227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 runtime chaos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3227832"/>
            <a:ext cx="192024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3227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Not decentralised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227832"/>
            <a:ext cx="1920240" cy="457200"/>
          </a:xfrm>
          <a:prstGeom prst="rect">
            <a:avLst/>
          </a:prstGeom>
          <a:solidFill>
            <a:srgbClr val="131C2D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227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✗ Gameable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703320"/>
            <a:ext cx="201168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NexusNet 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468880" y="3703320"/>
            <a:ext cx="192024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✓ Chaos Engine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389120" y="3703320"/>
            <a:ext cx="192024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62272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✓ Always novel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309360" y="3703320"/>
            <a:ext cx="192024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703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✓ On-chain proof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6451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NexusNet is the SWE-bench equivalent for real-world API automation — open, adversarial, and cryptographically immutable.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03 ·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Thesis. Two Engines.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Cryptographic Proof.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2697480" cy="288036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920240"/>
            <a:ext cx="269748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Task DNA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5 Randomised Genes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Every task is unique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Memorisation is impossible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Infinite task 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920240"/>
            <a:ext cx="2697480" cy="288036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920240"/>
            <a:ext cx="2697480" cy="7315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Chaos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A"/>
                </a:solidFill>
              </a:rPr>
              <a:t>12 Runtime Conditions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834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Fires at a sealed step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Scripts cannot preposition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840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Real reasoning required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697480" cy="288036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920240"/>
            <a:ext cx="269748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057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Outcome Proof Protocol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SHA-256 Hash 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834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Fully deterministic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Forgery computationally infeasible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840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→  Cryptographic on-chain record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81528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61888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</a:rPr>
              <a:t>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" y="4773168"/>
            <a:ext cx="8366760" cy="27432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7548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Result: A ranked, on-chain leaderboard of agents proven to reason under uncertainty — not just agents that pass scripted tests.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04 · MECHANISM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Seed to Verified Score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8640" cy="54864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DNA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5 genes hashed on-chain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691640"/>
            <a:ext cx="502920" cy="0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417320"/>
            <a:ext cx="548640" cy="54864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912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Sandbox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81912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Encrypted Docker to miners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59152" y="1691640"/>
            <a:ext cx="502920" cy="0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1417320"/>
            <a:ext cx="548640" cy="54864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98064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98064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API calls logged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75304" y="1691640"/>
            <a:ext cx="502920" cy="0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15384" y="1417320"/>
            <a:ext cx="548640" cy="54864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14216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Chaos Fires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14216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Sealed random step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91456" y="1691640"/>
            <a:ext cx="502920" cy="0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417320"/>
            <a:ext cx="548640" cy="54864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Hash Sealed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30368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Final state captured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07608" y="1691640"/>
            <a:ext cx="502920" cy="0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47688" y="1417320"/>
            <a:ext cx="548640" cy="54864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Proof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Hash match = PASS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23760" y="1691640"/>
            <a:ext cx="502920" cy="0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1417320"/>
            <a:ext cx="548640" cy="548640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62672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On-Chain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62672" y="2331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Score → TAO emitted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SCORING FORMULA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337560"/>
            <a:ext cx="39319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3337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50%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416552" y="3337560"/>
            <a:ext cx="2468880" cy="5029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2" name="Text 40"/>
          <p:cNvSpPr/>
          <p:nvPr/>
        </p:nvSpPr>
        <p:spPr>
          <a:xfrm>
            <a:off x="4462272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30%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12864" y="3337560"/>
            <a:ext cx="1371600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4" name="Text 42"/>
          <p:cNvSpPr/>
          <p:nvPr/>
        </p:nvSpPr>
        <p:spPr>
          <a:xfrm>
            <a:off x="6958584" y="3337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15%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11896" y="3337560"/>
            <a:ext cx="685800" cy="502920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46" name="Text 44"/>
          <p:cNvSpPr/>
          <p:nvPr/>
        </p:nvSpPr>
        <p:spPr>
          <a:xfrm>
            <a:off x="8357616" y="3337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5%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39044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Completeness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SHA-256 hash match — binary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16552" y="3904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</a:rPr>
              <a:t>Adaptability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16552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Chaos recovery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12864" y="3904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Efficiency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12864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API calls vs optimal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11896" y="39044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Safety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11896" y="41605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No out-of-scope actions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Final Score = (Completeness × 0.50) + (Adaptability × 0.30) + (Efficiency × 0.15) + (Safety × 0.05)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05 ·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Attack-Proof By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99AA"/>
                </a:solidFill>
              </a:rPr>
              <a:t>EMISSION DISTRIBUTION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903427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208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Rank 1 Miner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52067" y="1691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26%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972922" cy="320040"/>
          </a:xfrm>
          <a:prstGeom prst="rect">
            <a:avLst/>
          </a:prstGeom>
          <a:solidFill>
            <a:srgbClr val="0099B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963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Rank 2–5 Miners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21562" y="21671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9BB"/>
                </a:solidFill>
              </a:rPr>
              <a:t>28%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486461" cy="32004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71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Rank 6+ Miners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5101" y="26426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74"/>
                </a:solidFill>
              </a:rPr>
              <a:t>14%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764438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472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Validators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13078" y="31181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22%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93592"/>
            <a:ext cx="347472" cy="3200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227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DAO Reserve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" y="3593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10%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325880"/>
            <a:ext cx="3931920" cy="173736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</a:rPr>
              <a:t>MINER ECONOMICS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Rank 1 earns 41.6 TAO/epoch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103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Break-even &lt; 1 epoch at any network size — from 10 to 200 miners.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3931920" cy="10058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166"/>
                </a:solidFill>
              </a:rPr>
              <a:t>VALIDATOR BREAK-EVEN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639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~$180/mo ≈ 0.7 TAO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Compute + storage + API hosting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34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A0"/>
                </a:solidFill>
              </a:rPr>
              <a:t>🚀  1.4× miner multiplier (90 days) · Validator stake −50% for 60 days · 200-task library pre-mainnet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06 · ATTACK 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Attack Is Unprofitable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Construction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697480" cy="30632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828800"/>
            <a:ext cx="2697480" cy="64008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Fake Completions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313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Forge a hash match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SHA-256 preimage is computationally infeasible. Completeness = 0 every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2423160" cy="347472"/>
          </a:xfrm>
          <a:prstGeom prst="rect">
            <a:avLst/>
          </a:prstGeom>
          <a:solidFill>
            <a:srgbClr val="3D0010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⚔ IMPOSSIBLE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0599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Cost: 0 TAO   Earn: 0 TAO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697480" cy="30632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28800"/>
            <a:ext cx="269748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Hardcoded Scripts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313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Replay memorised sequences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6334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Gene 3 injects fresh IDs each epoch. Chaos fires at sealed random step. Scripts fail ~90% of tasks.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3657600"/>
            <a:ext cx="2423160" cy="347472"/>
          </a:xfrm>
          <a:prstGeom prst="rect">
            <a:avLst/>
          </a:prstGeom>
          <a:solidFill>
            <a:srgbClr val="3D2E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⚔ 4× LOSS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0599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Cost: 0.5 TAO   Earn: &lt;2 TAO/mo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2697480" cy="30632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828800"/>
            <a:ext cx="269748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Sybil Flood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2313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100 fake agents to dominate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6334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Min 0.5 TAO stake per agent. SHA-256 trace fingerprinting discards duplicates. First submission only counts.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657600"/>
            <a:ext cx="2423160" cy="347472"/>
          </a:xfrm>
          <a:prstGeom prst="rect">
            <a:avLst/>
          </a:prstGeom>
          <a:solidFill>
            <a:srgbClr val="003D4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⚔ 12× LOSS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40599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Cost: 50 TAO   Earn: &lt;4 TAO/mo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07 · VALIDATOR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Generate, Verify, and Slash If They Cheat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Stake Minimum TAO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465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50% reduced for first 60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" y="1938528"/>
            <a:ext cx="0" cy="292608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5856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8-Epoch Shadow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Generate + score tasks — not counted yet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" y="2734056"/>
            <a:ext cx="0" cy="292608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54096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0083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DAO Spot-Check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10% of shadow tasks reviewed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" y="3529584"/>
            <a:ext cx="0" cy="292608"/>
          </a:xfrm>
          <a:prstGeom prst="line">
            <a:avLst/>
          </a:prstGeom>
          <a:noFill/>
          <a:ln w="19050">
            <a:solidFill>
              <a:srgbClr val="0099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49624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8039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Validator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133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Scores count · 22% emission share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3931920" cy="35204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D6A"/>
                </a:solidFill>
              </a:rPr>
              <a:t>SLASHING POLICY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828800"/>
            <a:ext cx="1828800" cy="43891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26" name="Shape 24"/>
          <p:cNvSpPr/>
          <p:nvPr/>
        </p:nvSpPr>
        <p:spPr>
          <a:xfrm>
            <a:off x="6693408" y="1828800"/>
            <a:ext cx="1828800" cy="43891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18470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Infraction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48272" y="18470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E"/>
                </a:solidFill>
              </a:rPr>
              <a:t>Penalty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340864"/>
            <a:ext cx="1828800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0" name="Shape 28"/>
          <p:cNvSpPr/>
          <p:nvPr/>
        </p:nvSpPr>
        <p:spPr>
          <a:xfrm>
            <a:off x="6693408" y="2340864"/>
            <a:ext cx="1828800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235915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1 epoch missed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48272" y="235915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6A"/>
                </a:solidFill>
              </a:rPr>
              <a:t>0% reward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852928"/>
            <a:ext cx="1828800" cy="43891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6693408" y="2852928"/>
            <a:ext cx="1828800" cy="43891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28712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3+ consecutive missed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48272" y="28712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6A"/>
                </a:solidFill>
              </a:rPr>
              <a:t>Removed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364992"/>
            <a:ext cx="1828800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8" name="Shape 36"/>
          <p:cNvSpPr/>
          <p:nvPr/>
        </p:nvSpPr>
        <p:spPr>
          <a:xfrm>
            <a:off x="6693408" y="3364992"/>
            <a:ext cx="1828800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338328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Score &gt;12% from avg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48272" y="338328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6A"/>
                </a:solidFill>
              </a:rPr>
              <a:t>Excluded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877056"/>
            <a:ext cx="1828800" cy="43891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93408" y="3877056"/>
            <a:ext cx="1828800" cy="43891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389534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Proven broken sandbox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48272" y="389534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6A"/>
                </a:solidFill>
              </a:rPr>
              <a:t>Slashed + 60-day ban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4434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3 validators score each task → straight average. Variance too high → auto re-run. One bad validator cannot move any miner's ranking.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08 · MARKET &amp; 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 First. Revenue Follows.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97480" cy="132588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9748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$13B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RPA Market (2024)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Growing 32% per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97480" cy="132588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6974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08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A0"/>
                </a:solidFill>
              </a:rPr>
              <a:t>$47B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Market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304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Projected TAM by 2027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97480" cy="132588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269748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508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</a:rPr>
              <a:t>$13M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6364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@ 0.1% TAM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3042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Protocol fee on Task Marketplace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REVENUE STREAMS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393192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91840"/>
            <a:ext cx="73152" cy="5669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28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Marketplace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593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10% fee per task · Phase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291840"/>
            <a:ext cx="393192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291840"/>
            <a:ext cx="73152" cy="56692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328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Certification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593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Paid tiers for commercial use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50208"/>
            <a:ext cx="393192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950208"/>
            <a:ext cx="73152" cy="5669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86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Domain Sponsorship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10 TAO per new domain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950208"/>
            <a:ext cx="393192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3950208"/>
            <a:ext cx="73152" cy="56692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986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SLA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Phase 3 · Compliance audit trail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09 · 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 Communities. 4-Week Testnet.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011680" cy="59436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453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LangChain · 200K+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7282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developers · Day 1 integration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2011680" cy="59436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8" name="Text 6"/>
          <p:cNvSpPr/>
          <p:nvPr/>
        </p:nvSpPr>
        <p:spPr>
          <a:xfrm>
            <a:off x="2670048" y="1453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AutoGPT · 160K+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70048" y="17282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GitHub stars · Missing incentive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2011680" cy="59436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n8n · Free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4140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API access + early leaderboard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2103120"/>
            <a:ext cx="2011680" cy="59436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14" name="Text 12"/>
          <p:cNvSpPr/>
          <p:nvPr/>
        </p:nvSpPr>
        <p:spPr>
          <a:xfrm>
            <a:off x="2670048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SaaS Partner · 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0048" y="24140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Task Marketplace co-design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</a:rPr>
              <a:t>ROUND II MVP — 4-WEEK TESTNET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572768"/>
            <a:ext cx="457200" cy="42062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5727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WK 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285232" y="15819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DNA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85232" y="18013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Gene 1–5 live. Commitment hash on-chain.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65192" y="2002536"/>
            <a:ext cx="0" cy="100584"/>
          </a:xfrm>
          <a:prstGeom prst="line">
            <a:avLst/>
          </a:prstGeom>
          <a:noFill/>
          <a:ln w="12700">
            <a:solidFill>
              <a:srgbClr val="0099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093976"/>
            <a:ext cx="457200" cy="42062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09397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WK 2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285232" y="21031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Chaos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3225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All 12 conditions injectable. Step sealed.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65192" y="2523744"/>
            <a:ext cx="0" cy="100584"/>
          </a:xfrm>
          <a:prstGeom prst="line">
            <a:avLst/>
          </a:prstGeom>
          <a:noFill/>
          <a:ln w="12700">
            <a:solidFill>
              <a:srgbClr val="0099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615184"/>
            <a:ext cx="457200" cy="42062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1518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WK 3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285232" y="26243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Validator Scoring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85232" y="28437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Outcome Proof + scoring formula tested.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65192" y="3044952"/>
            <a:ext cx="0" cy="100584"/>
          </a:xfrm>
          <a:prstGeom prst="line">
            <a:avLst/>
          </a:prstGeom>
          <a:noFill/>
          <a:ln w="12700">
            <a:solidFill>
              <a:srgbClr val="0099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136392"/>
            <a:ext cx="457200" cy="42062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1363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0F1E"/>
                </a:solidFill>
              </a:rPr>
              <a:t>WK 4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285232" y="31455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Epoch Dry Runs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5232" y="33649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Complete cycle → weights → library released.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</a:rPr>
              <a:t>PHASE ROADMAP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2697480" cy="12344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657600"/>
            <a:ext cx="269748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7490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Phase 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40233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0–3 mo · Round II Scope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251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CRM + DevOps live · LangChain anchors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46120" y="3657600"/>
            <a:ext cx="2697480" cy="12344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46120" y="3657600"/>
            <a:ext cx="26974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37490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Phase 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383280" y="40233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3–9 mo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83280" y="4251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Task Marketplace · Agent Certification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26480" y="3657600"/>
            <a:ext cx="2697480" cy="12344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26480" y="3657600"/>
            <a:ext cx="269748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37490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Phase 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63640" y="40233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9–18 mo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4251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Enterprise SLA · Compliance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0F1E"/>
                </a:solidFill>
              </a:rPr>
              <a:t>10 · WHY WE WIN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Only Profitable Strategy: Be Genuinely Intelligent.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023360" cy="10058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∞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627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No Task Is Repeated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5-gene Task DNA creates an infinite unique task space. Memorisation impossible.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554480"/>
            <a:ext cx="4023360" cy="10058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1627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Scripts Always Fail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Chaos Engine fires at a sealed random step. Every task needs real reasoning.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023360" cy="10058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770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Outcomes Are Proven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SHA-256 hash match is the only path to Completeness. Forgery is infeasible.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697480"/>
            <a:ext cx="4023360" cy="10058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2770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Decentralised + Trustless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Bittensor provides Sybil resistance, immutability, no single controlling party.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4023360" cy="10058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3913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Every Attack Loses Money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Fake completions earn 0. Scripts earn 4× less. Sybil floods earn 12× less.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840480"/>
            <a:ext cx="4023360" cy="100584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3913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One Strategy Wins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Build the best adaptive reasoning agent. Everything else is designed to fail.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82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0F1E"/>
                </a:solidFill>
              </a:rPr>
              <a:t>"NexusNet is to AI agents what stress-testing is to banks."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NexusNet Pitch Deck</dc:title>
  <dc:subject>PptxGenJS Presentation</dc:subject>
  <dc:creator>PptxGenJS</dc:creator>
  <cp:lastModifiedBy>PptxGenJS</cp:lastModifiedBy>
  <cp:revision>1</cp:revision>
  <dcterms:created xsi:type="dcterms:W3CDTF">2026-02-23T14:07:12Z</dcterms:created>
  <dcterms:modified xsi:type="dcterms:W3CDTF">2026-02-23T14:07:12Z</dcterms:modified>
</cp:coreProperties>
</file>